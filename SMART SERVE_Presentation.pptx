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56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3840480" cy="384048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2834640"/>
            <a:ext cx="2377440" cy="2377440"/>
          </a:xfrm>
          <a:prstGeom prst="ellipse">
            <a:avLst/>
          </a:prstGeom>
          <a:solidFill>
            <a:srgbClr val="97BC6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 WASTE FORECASTING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</a:rPr>
              <a:t>SMART SERVE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data-driven web app to predict and reduce food waste in institutional canteens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4297680"/>
            <a:ext cx="2011680" cy="0"/>
          </a:xfrm>
          <a:prstGeom prst="line">
            <a:avLst/>
          </a:prstGeom>
          <a:noFill/>
          <a:ln w="31750">
            <a:solidFill>
              <a:srgbClr val="D978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5720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Food waste in hostel canteens is a hidden cost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A4A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Financial Cost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Over-prepared food is thrown away daily, wasting the raw-material budget of the mess.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A4A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860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Environmental Impact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5661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 food rots in landfills and generates methane, a potent greenhouse gas.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A4A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860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Invisible Pattern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records, nobody sees which meals or days waste the most — the problem stays hidden.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canteens rarely track waste systematically — decisions about how much to cook are made on habit, not data.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forecaster aims to solve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Serve aims to replace guesswork with a simple, data-backed way to decide how much food to prepare — cutting waste without cutting service quality.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87121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daily waste data quickly, with minimal effort from mess staff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384048" cy="384048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844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patterns in what gets wasted, and when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2976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expected waste for upcoming meals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65776"/>
            <a:ext cx="384048" cy="384048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50109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predictions into a clear "cook this much less" decision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52360" y="1463040"/>
            <a:ext cx="4160520" cy="4572000"/>
          </a:xfrm>
          <a:prstGeom prst="roundRect">
            <a:avLst>
              <a:gd name="adj" fmla="val 3077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18120" y="2148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Less waste,</a:t>
            </a:r>
            <a:endParaRPr lang="en-US" sz="2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more certainty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818120" y="3520440"/>
            <a:ext cx="12801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7033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8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gram of over-prepared food is a cost that a short daily log can prevent.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mess waste is tracked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33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Manual &amp; Unstructured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306324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is estimated by eye, or not tracked at all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7216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72160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registers, if kept, are rarely reviewed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379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437997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record to compare meals across days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03834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503834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cooked stay the same regardless of past leftovers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Data, No Decisions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30632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forecasting — every day starts from a blank guess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37216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items are wasted most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75120" y="437997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Overproduction persists because it's never measured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50383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environmental impact are never quantified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 SERVE: a database-backed waste forecaster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web app that stores every waste entry in a database — averages and forecasts update automatically as new data comes 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JOURNEY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916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Supabase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2278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prototype with a cloud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6948" y="3355848"/>
            <a:ext cx="0" cy="457200"/>
          </a:xfrm>
          <a:prstGeom prst="line">
            <a:avLst/>
          </a:prstGeom>
          <a:noFill/>
          <a:ln w="19050">
            <a:solidFill>
              <a:srgbClr val="C6D4B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3867912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813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Schema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12394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for daily entries, items &amp; dates to support running averages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6948" y="4251960"/>
            <a:ext cx="0" cy="457200"/>
          </a:xfrm>
          <a:prstGeom prst="line">
            <a:avLst/>
          </a:prstGeom>
          <a:noFill/>
          <a:ln w="19050">
            <a:solidFill>
              <a:srgbClr val="C6D4B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4764024"/>
            <a:ext cx="365760" cy="365760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Database-Connected 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502005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Supabase + Chart.js — forecasts from stored history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1417320"/>
            <a:ext cx="4160520" cy="4617720"/>
          </a:xfrm>
          <a:prstGeom prst="roundRect">
            <a:avLst>
              <a:gd name="adj" fmla="val 3077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5400000" algn="bl" rotWithShape="0">
              <a:srgbClr val="3A4A3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214884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F7F7F2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Supabase (PostgreSQL)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0100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338328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F7F7F2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Vanilla JavaScript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0100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forecasting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0" y="461772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F7F7F2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Chart.js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0100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 stack &amp; data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written to a database — averages and forecasts stay accurate as history grows.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1772" y="1965960"/>
            <a:ext cx="1755648" cy="3566160"/>
          </a:xfrm>
          <a:prstGeom prst="roundRect">
            <a:avLst>
              <a:gd name="adj" fmla="val 5208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61772" y="21305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1500" y="26517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Input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9788" y="320040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 items, prepared qty &amp; wasted qty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17420" y="34290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63724" y="1965960"/>
            <a:ext cx="1755648" cy="3566160"/>
          </a:xfrm>
          <a:prstGeom prst="roundRect">
            <a:avLst>
              <a:gd name="adj" fmla="val 5208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2363724" y="21305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73452" y="26517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Storage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91740" y="320040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saved to a Supabase (PostgreSQL) database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9372" y="34290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65676" y="1965960"/>
            <a:ext cx="1755648" cy="3566160"/>
          </a:xfrm>
          <a:prstGeom prst="roundRect">
            <a:avLst>
              <a:gd name="adj" fmla="val 5208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265676" y="21305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75404" y="26517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Processing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93692" y="320040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by date &amp; item to find patterns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21324" y="34290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67628" y="1965960"/>
            <a:ext cx="1755648" cy="3566160"/>
          </a:xfrm>
          <a:prstGeom prst="roundRect">
            <a:avLst>
              <a:gd name="adj" fmla="val 5208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167628" y="21305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77356" y="26517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Forecasting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95644" y="320040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/ trend extrapolation predicts waste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23276" y="34290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069580" y="1965960"/>
            <a:ext cx="1755648" cy="3566160"/>
          </a:xfrm>
          <a:prstGeom prst="roundRect">
            <a:avLst>
              <a:gd name="adj" fmla="val 5208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8069580" y="21305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79308" y="26517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97596" y="320040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renders trend &amp; forecast charts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25228" y="34290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971532" y="1965960"/>
            <a:ext cx="1755648" cy="3566160"/>
          </a:xfrm>
          <a:prstGeom prst="roundRect">
            <a:avLst>
              <a:gd name="adj" fmla="val 5208"/>
            </a:avLst>
          </a:prstGeom>
          <a:solidFill>
            <a:srgbClr val="D97848"/>
          </a:solidFill>
          <a:ln/>
        </p:spPr>
      </p:sp>
      <p:sp>
        <p:nvSpPr>
          <p:cNvPr id="31" name="Text 29"/>
          <p:cNvSpPr/>
          <p:nvPr/>
        </p:nvSpPr>
        <p:spPr>
          <a:xfrm>
            <a:off x="9971532" y="21305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081260" y="26517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099548" y="320040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adjust next meal's prep quantity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SMART SERVE actually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A4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Waste Data Entry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daily form captures item name, quantity prepared, and quantity left over — logging takes seconds, not minutes.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2C5F2D"/>
          </a:solidFill>
          <a:ln/>
          <a:effectLst>
            <a:outerShdw blurRad="101600" dist="38100" dir="5400000" algn="bl" rotWithShape="0">
              <a:srgbClr val="3A4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860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Forecasting Logic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65760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entries are aggregated and projected forward, so tomorrow's expected waste is estimated before it happens.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A4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860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Visualization 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65760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line and bar charts turn raw log entries into patterns mess staff can read at a glance.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predictions are made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7F7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1828800"/>
            <a:ext cx="548640" cy="548640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historical entries from the database, grouped by date and by item.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7F7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1980" y="1828800"/>
            <a:ext cx="548640" cy="548640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 Pattern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1546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average waste per meal, per day-of-week, and per item over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7F7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6620" y="1828800"/>
            <a:ext cx="548640" cy="548640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16" name="Text 14"/>
          <p:cNvSpPr/>
          <p:nvPr/>
        </p:nvSpPr>
        <p:spPr>
          <a:xfrm>
            <a:off x="72466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1546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moving average (e.g. last 7 days) or a same-day-last-week comparison.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7F7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81260" y="1828800"/>
            <a:ext cx="548640" cy="548640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812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35440" y="31546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forecast as a next-meal preparation quantity for staff to act 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it's worth adopting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7744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4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Cost Savings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79476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D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over-preparation means lower raw-material spend, meal after meal.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37744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4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84448" y="315468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Less Waste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84448" y="379476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D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quantities reduce the volume of food discarded — and its environmental footprint.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37744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4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315468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Better Planning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19088" y="379476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D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staff prepare with foresight instead of habit or guesswork.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237744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4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53728" y="315468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Data-Driven Culture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53728" y="379476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DE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backed by a visible trend, not a hunch.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Current constraints, honestly stated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85416"/>
            <a:ext cx="420624" cy="420624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data must still be entered manually — no automated weighing or scanning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236976"/>
            <a:ext cx="420624" cy="420624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0175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internet connection to reach the database — no offline logging yet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288536"/>
            <a:ext cx="420624" cy="420624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0690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quality depends on how much historical data has been logged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340096"/>
            <a:ext cx="420624" cy="420624"/>
          </a:xfrm>
          <a:prstGeom prst="ellipse">
            <a:avLst/>
          </a:prstGeom>
          <a:solidFill>
            <a:srgbClr val="D9784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40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1206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integration with canteen billing or inventory systems yet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SMART SERVE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7F7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Smarter Forecasting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database grows, move from simple averages to seasonal and machine-learning-based models.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7F7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2860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Mobile App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0" y="36576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app for faster daily logging directly from the kitchen floor.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7F7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2860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Billing Integration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21040" y="36576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7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with canteen billing to auto-populate quantities served.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feature builds on the database that's already logging entries today.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4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97BC6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81224"/>
            <a:ext cx="12306300" cy="2710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0" y="3781424"/>
            <a:ext cx="1218895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32704" y="4160520"/>
            <a:ext cx="914400" cy="0"/>
          </a:xfrm>
          <a:prstGeom prst="line">
            <a:avLst/>
          </a:prstGeom>
          <a:noFill/>
          <a:ln w="31750">
            <a:solidFill>
              <a:srgbClr val="D978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852</Words>
  <Application>Microsoft Office PowerPoint</Application>
  <PresentationFormat>Widescreen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B.S. Srehari</cp:lastModifiedBy>
  <cp:revision>4</cp:revision>
  <dcterms:created xsi:type="dcterms:W3CDTF">2026-08-11T14:54:01Z</dcterms:created>
  <dcterms:modified xsi:type="dcterms:W3CDTF">2026-08-11T15:45:19Z</dcterms:modified>
</cp:coreProperties>
</file>